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🔐 Vault Integration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000" b="0" i="1">
                <a:solidFill>
                  <a:srgbClr val="ECF0F5"/>
                </a:solidFill>
              </a:rPr>
              <a:t>demoApp - Spring Boot &amp; HashiCorp Vault kv-2</a:t>
            </a:r>
          </a:p>
          <a:p/>
          <a:p>
            <a:r>
              <a:t>Sisyphus - Powered by OhMyOpenCode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i="0">
                <a:solidFill>
                  <a:srgbClr val="0D47A1"/>
                </a:solidFill>
              </a:rPr>
              <a:t>📊 Current Architecture (Working - 2026-05-07)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1E88E5"/>
                </a:solidFill>
              </a:rPr>
              <a:t>Vault Server: 192.168.2.57:8200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Mount: ebiz_service (kv-v2)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Secret Path: ebiz_db/data-enc-key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Key: fernet-key (32 bytes)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1E88E5"/>
                </a:solidFill>
              </a:rPr>
              <a:t>Flow: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1. demoApp → Spring Cloud Vault → HashiCorp Vault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2. PasswordService reads Fernet key from Vault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3. AES-128 encryption with CBC mode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4. Base64 encoded output stored in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0"/>
          </a:xfrm>
          <a:prstGeom prst="rect">
            <a:avLst/>
          </a:prstGeom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i="0">
                <a:solidFill>
                  <a:srgbClr val="0D47A1"/>
                </a:solidFill>
              </a:rPr>
              <a:t>🔑 Vault kv-2 Secret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1E88E5"/>
                </a:solidFill>
              </a:rPr>
              <a:t>Vault CLI Commands: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0"/>
          </a:xfrm>
          <a:prstGeom prst="rect">
            <a:avLst/>
          </a:prstGeom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# Enable kv-v2 backend</a:t>
            </a:r>
          </a:p>
          <a:p>
            <a:r>
              <a:t>vault secrets enable -path=ebiz_service kv-v2</a:t>
            </a:r>
          </a:p>
          <a:p/>
          <a:p>
            <a:r>
              <a:t># Store Fernet key</a:t>
            </a:r>
          </a:p>
          <a:p>
            <a:r>
              <a:t>vault kv put -mount=ebiz_service ebiz_db/data-enc-key \</a:t>
            </a:r>
          </a:p>
          <a:p>
            <a:r>
              <a:t>  fernet-key="NgqOBievnB9500cQOnSQ-..." \</a:t>
            </a:r>
          </a:p>
          <a:p>
            <a:r>
              <a:t>  description="encryption key for ebiz db"</a:t>
            </a:r>
          </a:p>
          <a:p/>
          <a:p>
            <a:r>
              <a:t># Read secret</a:t>
            </a:r>
          </a:p>
          <a:p>
            <a:r>
              <a:t>vault kv get -mount=ebiz_service ebiz_db/data-enc-key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i="0">
                <a:solidFill>
                  <a:srgbClr val="0D47A1"/>
                </a:solidFill>
              </a:rPr>
              <a:t>🔐 Fernet Key Structure (32 bytes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1E88E5"/>
                </a:solidFill>
              </a:rPr>
              <a:t>Bytes 0-15: AES-128 Key (16 bytes)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Bytes 16-31: HMAC-SHA256 Key (16 bytes)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Format: URL-safe Base64 (uses '-' and '_')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400" b="0" i="0">
                <a:solidFill>
                  <a:srgbClr val="2C3E50"/>
                </a:solidFill>
              </a:rPr>
              <a:t>Example: NgqOBievnB9500cQOnSQ-cmbBx38KnOiKx5ooQ_e97Y=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0"/>
          </a:xfrm>
          <a:prstGeom prst="rect">
            <a:avLst/>
          </a:prstGeom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i="0">
                <a:solidFill>
                  <a:srgbClr val="0D47A1"/>
                </a:solidFill>
              </a:rPr>
              <a:t>⚙️ PasswordService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1E88E5"/>
                </a:solidFill>
              </a:rPr>
              <a:t>VaultOperations.read() Approach: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0"/>
          </a:xfrm>
          <a:prstGeom prst="rect">
            <a:avLst/>
          </a:prstGeom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@Service</a:t>
            </a:r>
          </a:p>
          <a:p>
            <a:r>
              <a:t>public class PasswordService {</a:t>
            </a:r>
          </a:p>
          <a:p>
            <a:r>
              <a:t>    private byte[] encryptionKey;</a:t>
            </a:r>
          </a:p>
          <a:p>
            <a:r>
              <a:t>    </a:t>
            </a:r>
          </a:p>
          <a:p>
            <a:r>
              <a:t>    public PasswordService(VaultOperations vaultOps) {</a:t>
            </a:r>
          </a:p>
          <a:p>
            <a:r>
              <a:t>        VaultResponse response = vaultOps.read(</a:t>
            </a:r>
          </a:p>
          <a:p>
            <a:r>
              <a:t>            "ebiz_service/data/ebiz_db/data-enc-key");</a:t>
            </a:r>
          </a:p>
          <a:p>
            <a:r>
              <a:t>        </a:t>
            </a:r>
          </a:p>
          <a:p>
            <a:r>
              <a:t>        Map&lt;String, Object&gt; outerData = response.getData();</a:t>
            </a:r>
          </a:p>
          <a:p>
            <a:r>
              <a:t>        Map&lt;String, Object&gt; secretData = </a:t>
            </a:r>
          </a:p>
          <a:p>
            <a:r>
              <a:t>            (Map&lt;String, Object&gt;) outerData.get("data");</a:t>
            </a:r>
          </a:p>
          <a:p>
            <a:r>
              <a:t>        </a:t>
            </a:r>
          </a:p>
          <a:p>
            <a:r>
              <a:t>        String fernetKeyBase64 = </a:t>
            </a:r>
          </a:p>
          <a:p>
            <a:r>
              <a:t>            (String) secretData.get("fernet-key");</a:t>
            </a:r>
          </a:p>
          <a:p>
            <a:r>
              <a:t>        </a:t>
            </a:r>
          </a:p>
          <a:p>
            <a:r>
              <a:t>        // Decode URL-safe Base64</a:t>
            </a:r>
          </a:p>
          <a:p>
            <a:r>
              <a:t>        this.encryptionKey = </a:t>
            </a:r>
          </a:p>
          <a:p>
            <a:r>
              <a:t>            Base64.getUrlDecoder().decode(fernetKeyBase64);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i="0">
                <a:solidFill>
                  <a:srgbClr val="0D47A1"/>
                </a:solidFill>
              </a:rPr>
              <a:t>🔄 Password Encryption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1E88E5"/>
                </a:solidFill>
              </a:rPr>
              <a:t>User Input: "vaulttest123"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↓ PasswordService.encryptPassword()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↓ Fernet Key (byte[32]) → AES-128 (first 16 bytes)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↓ Cipher.doFinal(password.getBytes())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↓ Base64.getEncoder().encodeToString()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27AE60"/>
                </a:solidFill>
              </a:rPr>
              <a:t>Output: "pU4nAaBrwqPKLoV1Waa/tw=="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Stored in DB: ebiz.board.password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0"/>
          </a:xfrm>
          <a:prstGeom prst="rect">
            <a:avLst/>
          </a:prstGeom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i="0">
                <a:solidFill>
                  <a:srgbClr val="0D47A1"/>
                </a:solidFill>
              </a:rPr>
              <a:t>📦 Vault Read Response (kv-2 format)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1E88E5"/>
                </a:solidFill>
              </a:rPr>
              <a:t>Vault kv-2 Response Structure: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0"/>
          </a:xfrm>
          <a:prstGeom prst="rect">
            <a:avLst/>
          </a:prstGeom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3840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{</a:t>
            </a:r>
          </a:p>
          <a:p>
            <a:r>
              <a:t>  "data": {</a:t>
            </a:r>
          </a:p>
          <a:p>
            <a:r>
              <a:t>    "data": {</a:t>
            </a:r>
          </a:p>
          <a:p>
            <a:r>
              <a:t>      "description": "encryption key for ebiz db column",</a:t>
            </a:r>
          </a:p>
          <a:p>
            <a:r>
              <a:t>      "fernet-key": "NgqOBievnB9500cQOnSQ-..."</a:t>
            </a:r>
          </a:p>
          <a:p>
            <a:r>
              <a:t>    },</a:t>
            </a:r>
          </a:p>
          <a:p>
            <a:r>
              <a:t>    "metadata": {</a:t>
            </a:r>
          </a:p>
          <a:p>
            <a:r>
              <a:t>      "created_time": "2026-05-06T11:32:48...",</a:t>
            </a:r>
          </a:p>
          <a:p>
            <a:r>
              <a:t>      "version": 1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i="0">
                <a:solidFill>
                  <a:srgbClr val="0D47A1"/>
                </a:solidFill>
              </a:rPr>
              <a:t>⚙️ application.properties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800" b="0" i="0">
                <a:solidFill>
                  <a:srgbClr val="1E88E5"/>
                </a:solidFill>
              </a:rPr>
              <a:t>Vault Connection Settings: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1E88E5"/>
                </a:solidFill>
              </a:rPr>
              <a:t>Key Settings: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400" b="0" i="0">
                <a:solidFill>
                  <a:srgbClr val="2C3E50"/>
                </a:solidFill>
              </a:rPr>
              <a:t>• fail-fast=false: App starts even if Vault is down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400" b="0" i="0">
                <a:solidFill>
                  <a:srgbClr val="2C3E50"/>
                </a:solidFill>
              </a:rPr>
              <a:t>• Token: Stored in app.properties (file is in .gitignore)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0"/>
          </a:xfrm>
          <a:prstGeom prst="rect">
            <a:avLst/>
          </a:prstGeom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# Vault Configuration</a:t>
            </a:r>
          </a:p>
          <a:p>
            <a:r>
              <a:t>spring.cloud.vault.uri=http://192.168.2.57:8200</a:t>
            </a:r>
          </a:p>
          <a:p>
            <a:r>
              <a:t>spring.cloud.vault.token=${VAULT_TOKEN}</a:t>
            </a:r>
          </a:p>
          <a:p>
            <a:r>
              <a:t>spring.cloud.vault.fail-fast=false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i="0">
                <a:solidFill>
                  <a:srgbClr val="0D47A1"/>
                </a:solidFill>
              </a:rPr>
              <a:t>✅ Verification (Tested 2026-05-07)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000" b="0" i="0">
                <a:solidFill>
                  <a:srgbClr val="27AE60"/>
                </a:solidFill>
              </a:rPr>
              <a:t>✅ Test Results: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App Startup: SUCCESS (reads Fernet key from Vault)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POST /api/v1/posts: SUCCESS (post ID 2017587 created)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Password Encryption: SUCCESS (pU4nAaB...== stored in DB)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F39C12"/>
                </a:solidFill>
              </a:rPr>
              <a:t>⚠️ Vault Unavailable: Graceful (fail-fast=false)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1E88E5"/>
                </a:solidFill>
              </a:rPr>
              <a:t>Database Verification: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400" b="0" i="0">
                <a:solidFill>
                  <a:srgbClr val="2C3E50"/>
                </a:solidFill>
              </a:rPr>
              <a:t>SELECT id, title, password FROM ebiz.board WHERE id = 2017587;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sz="1400" b="0" i="0">
                <a:solidFill>
                  <a:srgbClr val="27AE60"/>
                </a:solidFill>
              </a:rPr>
              <a:t>→ password = "pU4nAaBrwqPKLoV1Waa/tw==" (encrypted)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0"/>
          </a:xfrm>
          <a:prstGeom prst="rect">
            <a:avLst/>
          </a:prstGeom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i="0">
                <a:solidFill>
                  <a:srgbClr val="0D47A1"/>
                </a:solidFill>
              </a:rPr>
              <a:t>🔒 Security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000" b="0" i="0">
                <a:solidFill>
                  <a:srgbClr val="27AE60"/>
                </a:solidFill>
              </a:rPr>
              <a:t>✅ Implemented: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1. Fernet key read from Vault kv-2 at startup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2. URL-safe Base64 decoding for Fernet format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3. AES-128 encryption with CBC mode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4. Base64 output for database storage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000" b="0" i="0">
                <a:solidFill>
                  <a:srgbClr val="F39C12"/>
                </a:solidFill>
              </a:rPr>
              <a:t>⚠️ To Improve: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1. Move Vault token to environment variable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2. Enable TLS/HTTPS for Vault (currently HTTP)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3. Use AppRole authentication for production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4. Implement key rotation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0"/>
          </a:xfrm>
          <a:prstGeom prst="rect">
            <a:avLst/>
          </a:prstGeom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i="0">
                <a:solidFill>
                  <a:srgbClr val="0D47A1"/>
                </a:solidFill>
              </a:rPr>
              <a:t>📝 Repository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2000" b="0" i="0">
                <a:solidFill>
                  <a:srgbClr val="0D47A1"/>
                </a:solidFill>
              </a:rPr>
              <a:t>Files Modified: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• PasswordService.java - Vault-based Fernet key loading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• application.properties - Vault connection settings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• VAULT_INTEGRATION_DIAGRAM.md - Architecture diagrams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2C3E50"/>
                </a:solidFill>
              </a:rPr>
              <a:t>• VAULT_AND_ENCRYPTION.md -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600" b="0" i="0">
                <a:solidFill>
                  <a:srgbClr val="1E88E5"/>
                </a:solidFill>
              </a:rPr>
              <a:t>GitHub: https://github.com/yadalhan/demoApp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400" b="0" i="0">
                <a:solidFill>
                  <a:srgbClr val="2C3E50"/>
                </a:solidFill>
              </a:rPr>
              <a:t>Commit: 302b3b7 - Add generated PPTX presentation file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sz="1400" b="0" i="0">
                <a:solidFill>
                  <a:srgbClr val="2C3E50"/>
                </a:solidFill>
              </a:rPr>
              <a:t>Commit: 7c1b2cb - Update Vault integration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8229600" cy="0"/>
          </a:xfrm>
          <a:prstGeom prst="rect">
            <a:avLst/>
          </a:prstGeom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000" b="0" i="1">
                <a:solidFill>
                  <a:srgbClr val="ECF0F5"/>
                </a:solidFill>
              </a:rPr>
              <a:t>Thank You!</a:t>
            </a:r>
          </a:p>
          <a:p/>
          <a:p>
            <a:r>
              <a:t>Sisyphus - Powered by OhMyOpenCode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