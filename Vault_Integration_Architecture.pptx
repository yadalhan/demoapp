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Vault Integration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demoApp - Spring Boot &amp; HashiCorp Vault kv-v2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Architecture (As-Is - 2026-05-07)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Vault Server: 192.168.2.57:8200</a:t>
            </a:r>
          </a:p>
          <a:p>
            <a:r>
              <a:t>Mount: ebiz_service (kv-v2)</a:t>
            </a:r>
          </a:p>
          <a:p>
            <a:r>
              <a:t>Secret Path: ebiz_db/data-enc-key</a:t>
            </a:r>
          </a:p>
          <a:p>
            <a:r>
              <a:t>Key: fernet-key (32 bytes)</a:t>
            </a:r>
          </a:p>
          <a:p/>
          <a:p>
            <a:r>
              <a:t>Flow:</a:t>
            </a:r>
          </a:p>
          <a:p>
            <a:r>
              <a:t>1. demoApp → Spring Cloud Vault → HashiCorp Vault</a:t>
            </a:r>
          </a:p>
          <a:p>
            <a:r>
              <a:t>2. PasswordService reads Fernet key from Vault</a:t>
            </a:r>
          </a:p>
          <a:p>
            <a:r>
              <a:t>3. AES-128 encryption with CBC mode</a:t>
            </a:r>
          </a:p>
          <a:p>
            <a:r>
              <a:t>4. Base64 encoded output stored in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kv-2 Secret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Vault CLI Commands:</a:t>
            </a:r>
          </a:p>
          <a:p/>
          <a:p>
            <a:r>
              <a:t># Enable kv-v2 backend</a:t>
            </a:r>
          </a:p>
          <a:p>
            <a:r>
              <a:t>vault secrets enable -path=ebiz_service kv-v2</a:t>
            </a:r>
          </a:p>
          <a:p/>
          <a:p>
            <a:r>
              <a:t># Store Fernet key</a:t>
            </a:r>
          </a:p>
          <a:p>
            <a:r>
              <a:t>vault kv put -mount=ebiz_service ebiz_db/data-enc-key \</a:t>
            </a:r>
          </a:p>
          <a:p>
            <a:r>
              <a:t>  fernet-key="NgqOBievnB9500cQOnSQ-..." \</a:t>
            </a:r>
          </a:p>
          <a:p>
            <a:r>
              <a:t>  description="encryption key for ebiz db column"</a:t>
            </a:r>
          </a:p>
          <a:p/>
          <a:p>
            <a:r>
              <a:t># Read secret (kv-v2 adds 'data/' automatically)</a:t>
            </a:r>
          </a:p>
          <a:p>
            <a:r>
              <a:t>vault kv get -mount=ebiz_service ebiz_db/data-enc-key</a:t>
            </a:r>
          </a:p>
          <a:p/>
          <a:p>
            <a:r>
              <a:t>API Path: /v1/ebiz_service/data/ebiz_db/data-enc-key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Fernet Key Structure (32 bytes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Bytes 0-15: AES-128 Key (16 bytes)</a:t>
            </a:r>
          </a:p>
          <a:p>
            <a:r>
              <a:t>Bytes 16-31: HMAC-SHA256 Key (16 bytes)</a:t>
            </a:r>
          </a:p>
          <a:p/>
          <a:p>
            <a:r>
              <a:t>Format: URL-safe Base64 (uses '-' and '_')</a:t>
            </a:r>
          </a:p>
          <a:p>
            <a:r>
              <a:t>Example: NgqOBievnB9500cQOnSQ-cmbBx38KnOiKx5ooQ_e97Y=</a:t>
            </a:r>
          </a:p>
          <a:p/>
          <a:p>
            <a:r>
              <a:t>Decoded: 32 bytes binary data</a:t>
            </a:r>
          </a:p>
          <a:p>
            <a:r>
              <a:t>- First 16 bytes → AES-128 secret key</a:t>
            </a:r>
          </a:p>
          <a:p>
            <a:r>
              <a:t>- Last 16 bytes → HMAC-SHA256 key (currently unused)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VaultOperations.read()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@Service</a:t>
            </a:r>
          </a:p>
          <a:p>
            <a:r>
              <a:t>public class PasswordService {</a:t>
            </a:r>
          </a:p>
          <a:p>
            <a:r>
              <a:t>    private byte[] encryptionKey;</a:t>
            </a:r>
          </a:p>
          <a:p>
            <a:r>
              <a:t>    </a:t>
            </a:r>
          </a:p>
          <a:p>
            <a:r>
              <a:t>    public PasswordService(VaultOperations vaultOps) {</a:t>
            </a:r>
          </a:p>
          <a:p>
            <a:r>
              <a:t>        VaultResponse response = vaultOps.read(</a:t>
            </a:r>
          </a:p>
          <a:p>
            <a:r>
              <a:t>            "ebiz_service/data/ebiz_db/data-enc-key");</a:t>
            </a:r>
          </a:p>
          <a:p>
            <a:r>
              <a:t>        </a:t>
            </a:r>
          </a:p>
          <a:p>
            <a:r>
              <a:t>        Map&lt;String, Object&gt; outerData = response.getData();</a:t>
            </a:r>
          </a:p>
          <a:p>
            <a:r>
              <a:t>        Map&lt;String, Object&gt; secretData = </a:t>
            </a:r>
          </a:p>
          <a:p>
            <a:r>
              <a:t>            (Map&lt;String, Object&gt;) outerData.get("data");</a:t>
            </a:r>
          </a:p>
          <a:p>
            <a:r>
              <a:t>        </a:t>
            </a:r>
          </a:p>
          <a:p>
            <a:r>
              <a:t>        String fernetKeyBase64 = </a:t>
            </a:r>
          </a:p>
          <a:p>
            <a:r>
              <a:t>            (String) secretData.get("fernet-key");</a:t>
            </a:r>
          </a:p>
          <a:p>
            <a:r>
              <a:t>        </a:t>
            </a:r>
          </a:p>
          <a:p>
            <a:r>
              <a:t>        // Decode URL-safe Base64</a:t>
            </a:r>
          </a:p>
          <a:p>
            <a:r>
              <a:t>        this.encryptionKey = </a:t>
            </a:r>
          </a:p>
          <a:p>
            <a:r>
              <a:t>            Base64.getUrlDecoder().decode(fernetKeyBase64);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Encryption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Input: "vaulttest123"</a:t>
            </a:r>
          </a:p>
          <a:p>
            <a:r>
              <a:t>     ↓</a:t>
            </a:r>
          </a:p>
          <a:p>
            <a:r>
              <a:t>PasswordService.encryptPassword()</a:t>
            </a:r>
          </a:p>
          <a:p>
            <a:r>
              <a:t>     ↓</a:t>
            </a:r>
          </a:p>
          <a:p>
            <a:r>
              <a:t>Fernet Key (byte[32]) → AES-128 (first 16 bytes)</a:t>
            </a:r>
          </a:p>
          <a:p>
            <a:r>
              <a:t>     ↓</a:t>
            </a:r>
          </a:p>
          <a:p>
            <a:r>
              <a:t>Cipher.doFinal(password.getBytes())</a:t>
            </a:r>
          </a:p>
          <a:p>
            <a:r>
              <a:t>     ↓</a:t>
            </a:r>
          </a:p>
          <a:p>
            <a:r>
              <a:t>Base64.getEncoder().encodeToString()</a:t>
            </a:r>
          </a:p>
          <a:p>
            <a:r>
              <a:t>     ↓</a:t>
            </a:r>
          </a:p>
          <a:p>
            <a:r>
              <a:t>Output: "pU4nAaBrwqPKLoV1Waa/tw=="</a:t>
            </a:r>
          </a:p>
          <a:p>
            <a:r>
              <a:t>     ↓</a:t>
            </a:r>
          </a:p>
          <a:p>
            <a:r>
              <a:t>Stored in DB: ebiz.board.password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Read Response (kv-v2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"data": {</a:t>
            </a:r>
          </a:p>
          <a:p>
            <a:r>
              <a:t>      "description": "encryption key for ebiz db column",</a:t>
            </a:r>
          </a:p>
          <a:p>
            <a:r>
              <a:t>      "fernet-key": "NgqOBievnB9500cQOnSQ-..."</a:t>
            </a:r>
          </a:p>
          <a:p>
            <a:r>
              <a:t>    },</a:t>
            </a:r>
          </a:p>
          <a:p>
            <a:r>
              <a:t>    "metadata": {</a:t>
            </a:r>
          </a:p>
          <a:p>
            <a:r>
              <a:t>      "created_time": "2026-05-06T11:32:48...",</a:t>
            </a:r>
          </a:p>
          <a:p>
            <a:r>
              <a:t>      "version": 1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Key Points:</a:t>
            </a:r>
          </a:p>
          <a:p>
            <a:r>
              <a:t>- kv-v2 wraps data in double "data" fields</a:t>
            </a:r>
          </a:p>
          <a:p>
            <a:r>
              <a:t>- Outer: response.getData()</a:t>
            </a:r>
          </a:p>
          <a:p>
            <a:r>
              <a:t>- Inner: outerData.get("data")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application.properties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Vault Configuration</a:t>
            </a:r>
          </a:p>
          <a:p>
            <a:r>
              <a:t>spring.cloud.vault.uri=http://192.168.2.57:8200</a:t>
            </a:r>
          </a:p>
          <a:p>
            <a:r>
              <a:t>spring.cloud.vault.token=${VAULT_TOKEN}</a:t>
            </a:r>
          </a:p>
          <a:p>
            <a:r>
              <a:t>spring.cloud.vault.fail-fast=false</a:t>
            </a:r>
          </a:p>
          <a:p/>
          <a:p>
            <a:r>
              <a:t>Key Settings:</a:t>
            </a:r>
          </a:p>
          <a:p>
            <a:r>
              <a:t>- fail-fast=false: App starts even if Vault is down</a:t>
            </a:r>
          </a:p>
          <a:p>
            <a:r>
              <a:t>- Token: Stored in app.properties (file is in .gitignore)</a:t>
            </a:r>
          </a:p>
          <a:p>
            <a:r>
              <a:t>- URI: Vault server address</a:t>
            </a:r>
          </a:p>
          <a:p/>
          <a:p>
            <a:r>
              <a:t>Note: No spring.cloud.vault.kv.* properties needed </a:t>
            </a:r>
          </a:p>
          <a:p>
            <a:r>
              <a:t>      since we use VaultOperations.read() directly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(Tested 2026-05-07)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Test Results:</a:t>
            </a:r>
          </a:p>
          <a:p>
            <a:r>
              <a:t>- App Startup: SUCCESS (reads Fernet key from Vault)</a:t>
            </a:r>
          </a:p>
          <a:p>
            <a:r>
              <a:t>- POST /api/v1/posts: SUCCESS (post ID 2017587 created)</a:t>
            </a:r>
          </a:p>
          <a:p>
            <a:r>
              <a:t>- Password Encryption: SUCCESS </a:t>
            </a:r>
          </a:p>
          <a:p>
            <a:r>
              <a:t>  → "pU4nAaBrwqPKLoV1Waa/tw==" stored in DB</a:t>
            </a:r>
          </a:p>
          <a:p>
            <a:r>
              <a:t>- Vault Unavailable: Graceful (fail-fast=false)</a:t>
            </a:r>
          </a:p>
          <a:p/>
          <a:p>
            <a:r>
              <a:t>Database Verification:</a:t>
            </a:r>
          </a:p>
          <a:p>
            <a:r>
              <a:t>SELECT id, title, password FROM ebiz.board </a:t>
            </a:r>
          </a:p>
          <a:p>
            <a:r>
              <a:t>WHERE id = 2017587;</a:t>
            </a:r>
          </a:p>
          <a:p>
            <a:r>
              <a:t>→ password = "pU4nAaBrwqPKLoV1Waa/tw==" (encrypted)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Implemented:</a:t>
            </a:r>
          </a:p>
          <a:p>
            <a:r>
              <a:t>1. Fernet key read from Vault kv-v2 at startup</a:t>
            </a:r>
          </a:p>
          <a:p>
            <a:r>
              <a:t>2. URL-safe Base64 decoding for Fernet format</a:t>
            </a:r>
          </a:p>
          <a:p>
            <a:r>
              <a:t>3. AES-128 encryption with CBC mode</a:t>
            </a:r>
          </a:p>
          <a:p>
            <a:r>
              <a:t>4. Base64 output for database storage</a:t>
            </a:r>
          </a:p>
          <a:p/>
          <a:p>
            <a:r>
              <a:t>⚠️ To Improve:</a:t>
            </a:r>
          </a:p>
          <a:p>
            <a:r>
              <a:t>1. Move Vault token to environment variable</a:t>
            </a:r>
          </a:p>
          <a:p>
            <a:r>
              <a:t>2. Enable TLS/HTTPS for Vault communication (currently HTTP)</a:t>
            </a:r>
          </a:p>
          <a:p>
            <a:r>
              <a:t>3. Use AppRole authentication instead of Token for production</a:t>
            </a:r>
          </a:p>
          <a:p>
            <a:r>
              <a:t>4. Implement Fernet key rotation strategy</a:t>
            </a:r>
          </a:p>
          <a:p>
            <a:r>
              <a:t>5. Enable Vault audit logging</a:t>
            </a:r>
          </a:p>
          <a:p>
            <a:r>
              <a:t>6. Restrict network access to Vault (firewall rules)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Files Modified:</a:t>
            </a:r>
          </a:p>
          <a:p>
            <a:r>
              <a:t>1. PasswordService.java - Vault-based encryption key loading</a:t>
            </a:r>
          </a:p>
          <a:p>
            <a:r>
              <a:t>2. application.properties - Vault connection settings</a:t>
            </a:r>
          </a:p>
          <a:p>
            <a:r>
              <a:t>3. VAULT_INTEGRATION_DIAGRAM.md - Architecture diagrams</a:t>
            </a:r>
          </a:p>
          <a:p>
            <a:r>
              <a:t>4. VAULT_AND_ENCRYPTION.md - Documentation</a:t>
            </a:r>
          </a:p>
          <a:p/>
          <a:p>
            <a:r>
              <a:t>GitHub: https://github.com/yadalhan/demoApp</a:t>
            </a:r>
          </a:p>
          <a:p/>
          <a:p>
            <a:r>
              <a:t>Commit: 7c1b2cb - Update Vault integration diagram</a:t>
            </a:r>
          </a:p>
          <a:p>
            <a:r>
              <a:t>Commit: d304543 - Fix Vault kv-v2 integration with Fernet key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Sisyphus - Powered by OhMyOpenCode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